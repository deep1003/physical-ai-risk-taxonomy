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56032"/>
            <a:ext cx="1145743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H1 and H2 Tradeoff - Physical AI Actions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2331720" y="1325880"/>
            <a:ext cx="4434840" cy="2057400"/>
          </a:xfrm>
          <a:prstGeom prst="rect">
            <a:avLst/>
          </a:prstGeom>
          <a:solidFill>
            <a:srgbClr val="EDEDED"/>
          </a:solidFill>
          <a:ln w="12700">
            <a:solidFill>
              <a:srgbClr val="9A9A9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331720" y="1325880"/>
            <a:ext cx="4434840" cy="205740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7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 · Inefficient</a:t>
            </a:r>
            <a:endParaRPr lang="en-US" sz="1700" dirty="0"/>
          </a:p>
          <a:p>
            <a:pPr algn="ctr"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7A7A7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(안전하나 비효율적)</a:t>
            </a:r>
            <a:endParaRPr lang="en-US" sz="1700" dirty="0"/>
          </a:p>
          <a:p>
            <a:pPr algn="ctr" indent="0" marL="0">
              <a:lnSpc>
                <a:spcPct val="112000"/>
              </a:lnSpc>
              <a:buNone/>
            </a:pPr>
            <a:r>
              <a:rPr lang="en-US" sz="800" dirty="0">
                <a:solidFill>
                  <a:srgbClr val="000000"/>
                </a:solidFill>
              </a:rPr>
              <a:t> </a:t>
            </a:r>
            <a:endParaRPr lang="en-US" sz="1700" dirty="0"/>
          </a:p>
          <a:p>
            <a:pPr algn="ctr"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 operational value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6766560" y="1325880"/>
            <a:ext cx="4434840" cy="2057400"/>
          </a:xfrm>
          <a:prstGeom prst="rect">
            <a:avLst/>
          </a:prstGeom>
          <a:solidFill>
            <a:srgbClr val="FFFFFF"/>
          </a:solidFill>
          <a:ln w="12700">
            <a:solidFill>
              <a:srgbClr val="9A9A9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766560" y="1325880"/>
            <a:ext cx="4434840" cy="205740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7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Efficient · Safe</a:t>
            </a:r>
            <a:endParaRPr lang="en-US" sz="1700" dirty="0"/>
          </a:p>
          <a:p>
            <a:pPr algn="ctr"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7A7A7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(효율적이고 안전한)</a:t>
            </a:r>
            <a:endParaRPr lang="en-US" sz="1700" dirty="0"/>
          </a:p>
          <a:p>
            <a:pPr algn="ctr" indent="0" marL="0">
              <a:lnSpc>
                <a:spcPct val="112000"/>
              </a:lnSpc>
              <a:buNone/>
            </a:pPr>
            <a:r>
              <a:rPr lang="en-US" sz="800" dirty="0">
                <a:solidFill>
                  <a:srgbClr val="000000"/>
                </a:solidFill>
              </a:rPr>
              <a:t> </a:t>
            </a:r>
            <a:endParaRPr lang="en-US" sz="1700" dirty="0"/>
          </a:p>
          <a:p>
            <a:pPr algn="ctr"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Desired region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2331720" y="3383280"/>
            <a:ext cx="4434840" cy="2057400"/>
          </a:xfrm>
          <a:prstGeom prst="rect">
            <a:avLst/>
          </a:prstGeom>
          <a:solidFill>
            <a:srgbClr val="C4CAD6"/>
          </a:solidFill>
          <a:ln w="12700">
            <a:solidFill>
              <a:srgbClr val="9A9A9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331720" y="3383280"/>
            <a:ext cx="4434840" cy="205740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7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Unsafe · Inefficient</a:t>
            </a:r>
            <a:endParaRPr lang="en-US" sz="1700" dirty="0"/>
          </a:p>
          <a:p>
            <a:pPr algn="ctr"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7A7A7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(위험하고 비효율적)</a:t>
            </a:r>
            <a:endParaRPr lang="en-US" sz="1700" dirty="0"/>
          </a:p>
          <a:p>
            <a:pPr algn="ctr" indent="0" marL="0">
              <a:lnSpc>
                <a:spcPct val="112000"/>
              </a:lnSpc>
              <a:buNone/>
            </a:pPr>
            <a:r>
              <a:rPr lang="en-US" sz="800" dirty="0">
                <a:solidFill>
                  <a:srgbClr val="000000"/>
                </a:solidFill>
              </a:rPr>
              <a:t> </a:t>
            </a:r>
            <a:endParaRPr lang="en-US" sz="1700" dirty="0"/>
          </a:p>
          <a:p>
            <a:pPr algn="ctr"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Worst on both axes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6766560" y="3383280"/>
            <a:ext cx="4434840" cy="2057400"/>
          </a:xfrm>
          <a:prstGeom prst="rect">
            <a:avLst/>
          </a:prstGeom>
          <a:solidFill>
            <a:srgbClr val="EDEDED"/>
          </a:solidFill>
          <a:ln w="12700">
            <a:solidFill>
              <a:srgbClr val="9A9A9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766560" y="3383280"/>
            <a:ext cx="4434840" cy="205740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7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Efficient · Unsafe</a:t>
            </a:r>
            <a:endParaRPr lang="en-US" sz="1700" dirty="0"/>
          </a:p>
          <a:p>
            <a:pPr algn="ctr"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7A7A7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(효율적이나 위험한)</a:t>
            </a:r>
            <a:endParaRPr lang="en-US" sz="1700" dirty="0"/>
          </a:p>
          <a:p>
            <a:pPr algn="ctr" indent="0" marL="0">
              <a:lnSpc>
                <a:spcPct val="112000"/>
              </a:lnSpc>
              <a:buNone/>
            </a:pPr>
            <a:r>
              <a:rPr lang="en-US" sz="800" dirty="0">
                <a:solidFill>
                  <a:srgbClr val="000000"/>
                </a:solidFill>
              </a:rPr>
              <a:t> </a:t>
            </a:r>
            <a:endParaRPr lang="en-US" sz="1700" dirty="0"/>
          </a:p>
          <a:p>
            <a:pPr algn="ctr"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Highest physical-harm risk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1234440" y="1325880"/>
            <a:ext cx="960120" cy="2057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43000" y="3383280"/>
            <a:ext cx="1051560" cy="2057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Unsafe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 rot="16200000">
            <a:off x="-1234440" y="3154680"/>
            <a:ext cx="3931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H1: Safety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2331720" y="5513832"/>
            <a:ext cx="4434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Inefficient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766560" y="5513832"/>
            <a:ext cx="4434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Efficient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2331720" y="5971032"/>
            <a:ext cx="8869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H2: Task Efficiency  ( ↓ time, ↓ energy )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2026-07-05T01:57:56Z</dcterms:created>
  <dcterms:modified xsi:type="dcterms:W3CDTF">2026-07-05T01:57:56Z</dcterms:modified>
</cp:coreProperties>
</file>