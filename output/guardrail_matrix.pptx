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Harmless and Helpful Tradeoff - Physical AI Actions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148840" y="1234440"/>
            <a:ext cx="4480560" cy="2103120"/>
          </a:xfrm>
          <a:prstGeom prst="rect">
            <a:avLst/>
          </a:prstGeom>
          <a:solidFill>
            <a:srgbClr val="EDEDED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148840" y="1234440"/>
            <a:ext cx="4480560" cy="2103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· Inefficient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안전하나 비효율적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operational value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629400" y="1234440"/>
            <a:ext cx="44805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29400" y="1234440"/>
            <a:ext cx="4480560" cy="2103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· Safe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효율적이고 안전한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region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148840" y="3337560"/>
            <a:ext cx="4480560" cy="2103120"/>
          </a:xfrm>
          <a:prstGeom prst="rect">
            <a:avLst/>
          </a:prstGeom>
          <a:solidFill>
            <a:srgbClr val="CFCFCF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3337560"/>
            <a:ext cx="4480560" cy="2103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· Inefficient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위험하고 비효율적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on both axes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629400" y="3337560"/>
            <a:ext cx="4480560" cy="2103120"/>
          </a:xfrm>
          <a:prstGeom prst="rect">
            <a:avLst/>
          </a:prstGeom>
          <a:solidFill>
            <a:srgbClr val="EDEDED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3337560"/>
            <a:ext cx="4480560" cy="2103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· Unsafe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효율적이나 위험한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physical-harm risk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51560" y="1234440"/>
            <a:ext cx="9601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3337560"/>
            <a:ext cx="10515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 rot="16200000">
            <a:off x="-1234440" y="3063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(Harmlessness)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48840" y="549554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Inefficient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29400" y="549554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48840" y="5879592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Efficiency  ( ↓ time, ↓ energy 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6272784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defined given task completion (else minimizing time/energy degenerates to inaction).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2026-07-05T01:31:18Z</dcterms:created>
  <dcterms:modified xsi:type="dcterms:W3CDTF">2026-07-05T01:31:18Z</dcterms:modified>
</cp:coreProperties>
</file>