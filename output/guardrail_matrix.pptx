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232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4519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114574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Harmless and Helpful Tradeoff - Physical AI Actions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148840" y="1234440"/>
            <a:ext cx="4480560" cy="2103120"/>
          </a:xfrm>
          <a:prstGeom prst="roundRect">
            <a:avLst>
              <a:gd name="adj" fmla="val 3478"/>
            </a:avLst>
          </a:prstGeom>
          <a:solidFill>
            <a:srgbClr val="EFEFEF"/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148840" y="1234440"/>
            <a:ext cx="4480560" cy="2103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· Inefficient</a:t>
            </a:r>
            <a:endParaRPr lang="en-US" sz="170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안전하나 비효율적</a:t>
            </a:r>
            <a:endParaRPr lang="en-US" sz="170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500" dirty="0">
                <a:solidFill>
                  <a:srgbClr val="000000"/>
                </a:solidFill>
              </a:rPr>
              <a:t> </a:t>
            </a:r>
            <a:endParaRPr lang="en-US" sz="170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operational value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830568" y="1234440"/>
            <a:ext cx="4480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830568" y="1234440"/>
            <a:ext cx="4480560" cy="2103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· Efficient</a:t>
            </a:r>
            <a:endParaRPr lang="en-US" sz="170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효율적이고 안전한</a:t>
            </a:r>
            <a:endParaRPr lang="en-US" sz="170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500" dirty="0">
                <a:solidFill>
                  <a:srgbClr val="000000"/>
                </a:solidFill>
              </a:rPr>
              <a:t> </a:t>
            </a:r>
            <a:endParaRPr lang="en-US" sz="170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Desired region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148840" y="3538728"/>
            <a:ext cx="4480560" cy="2103120"/>
          </a:xfrm>
          <a:prstGeom prst="roundRect">
            <a:avLst>
              <a:gd name="adj" fmla="val 3478"/>
            </a:avLst>
          </a:prstGeom>
          <a:solidFill>
            <a:srgbClr val="A6A6A6"/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148840" y="3538728"/>
            <a:ext cx="4480560" cy="2103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 · Inefficient</a:t>
            </a:r>
            <a:endParaRPr lang="en-US" sz="170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위험하고 비효율적</a:t>
            </a:r>
            <a:endParaRPr lang="en-US" sz="170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500" dirty="0">
                <a:solidFill>
                  <a:srgbClr val="000000"/>
                </a:solidFill>
              </a:rPr>
              <a:t> </a:t>
            </a:r>
            <a:endParaRPr lang="en-US" sz="170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on both axes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830568" y="3538728"/>
            <a:ext cx="4480560" cy="2103120"/>
          </a:xfrm>
          <a:prstGeom prst="roundRect">
            <a:avLst>
              <a:gd name="adj" fmla="val 3478"/>
            </a:avLst>
          </a:prstGeom>
          <a:solidFill>
            <a:srgbClr val="CFCFCF"/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830568" y="3538728"/>
            <a:ext cx="4480560" cy="2103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 · Efficient</a:t>
            </a:r>
            <a:endParaRPr lang="en-US" sz="170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효율적이나 위험한</a:t>
            </a:r>
            <a:endParaRPr lang="en-US" sz="170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500" dirty="0">
                <a:solidFill>
                  <a:srgbClr val="000000"/>
                </a:solidFill>
              </a:rPr>
              <a:t> </a:t>
            </a:r>
            <a:endParaRPr lang="en-US" sz="170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physical-harm risk</a:t>
            </a:r>
            <a:endParaRPr lang="en-US" sz="170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(danger from capability, not incompetence)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51560" y="1234440"/>
            <a:ext cx="960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3538728"/>
            <a:ext cx="10515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 rot="16200000">
            <a:off x="-1234440" y="30632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(Harmlessness)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148840" y="569671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Inefficient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30568" y="569671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148840" y="6080760"/>
            <a:ext cx="9162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Efficiency  ( ↓ time, ↓ energy 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91640" y="6473952"/>
            <a:ext cx="100766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is defined given task completion (else minimizing time/energy degenerates to inaction).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0E2FBE7E-2E7D-A559-1C22-759952FB9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212" y="1656184"/>
            <a:ext cx="7772400" cy="3545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9090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1718</TotalTime>
  <Words>86</Words>
  <Application>Microsoft Macintosh PowerPoint</Application>
  <PresentationFormat>사용자 지정</PresentationFormat>
  <Paragraphs>26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Apple SD Gothic Neo</vt:lpstr>
      <vt:lpstr>Arial</vt:lpstr>
      <vt:lpstr>Calibri</vt:lpstr>
      <vt:lpstr>Office Theme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Youngsam Chun</cp:lastModifiedBy>
  <cp:revision>2</cp:revision>
  <dcterms:created xsi:type="dcterms:W3CDTF">2026-07-05T01:15:07Z</dcterms:created>
  <dcterms:modified xsi:type="dcterms:W3CDTF">2026-07-06T05:56:34Z</dcterms:modified>
</cp:coreProperties>
</file>