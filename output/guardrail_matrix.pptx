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114574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Harmless and Helpful Tradeoff - Physical AI Actions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148840" y="1234440"/>
            <a:ext cx="4480560" cy="2103120"/>
          </a:xfrm>
          <a:prstGeom prst="roundRect">
            <a:avLst>
              <a:gd name="adj" fmla="val 3478"/>
            </a:avLst>
          </a:prstGeom>
          <a:solidFill>
            <a:srgbClr val="EFEFE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148840" y="1234440"/>
            <a:ext cx="4480560" cy="2103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· Inefficient</a:t>
            </a:r>
            <a:endParaRPr lang="en-US" sz="17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안전하나 비효율적</a:t>
            </a:r>
            <a:endParaRPr lang="en-US" sz="17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operational value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30568" y="1234440"/>
            <a:ext cx="4480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30568" y="1234440"/>
            <a:ext cx="4480560" cy="2103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· Efficient</a:t>
            </a:r>
            <a:endParaRPr lang="en-US" sz="17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효율적이고 안전한</a:t>
            </a:r>
            <a:endParaRPr lang="en-US" sz="17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 region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2148840" y="3538728"/>
            <a:ext cx="4480560" cy="2103120"/>
          </a:xfrm>
          <a:prstGeom prst="roundRect">
            <a:avLst>
              <a:gd name="adj" fmla="val 3478"/>
            </a:avLst>
          </a:prstGeom>
          <a:solidFill>
            <a:srgbClr val="D0D0D0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48840" y="3538728"/>
            <a:ext cx="4480560" cy="2103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· Inefficient</a:t>
            </a:r>
            <a:endParaRPr lang="en-US" sz="17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위험하고 비효율적</a:t>
            </a:r>
            <a:endParaRPr lang="en-US" sz="17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on both axes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830568" y="3538728"/>
            <a:ext cx="4480560" cy="2103120"/>
          </a:xfrm>
          <a:prstGeom prst="roundRect">
            <a:avLst>
              <a:gd name="adj" fmla="val 3478"/>
            </a:avLst>
          </a:prstGeom>
          <a:solidFill>
            <a:srgbClr val="EFEFE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30568" y="3538728"/>
            <a:ext cx="4480560" cy="2103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· Efficient</a:t>
            </a:r>
            <a:endParaRPr lang="en-US" sz="17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효율적이나 위험한</a:t>
            </a:r>
            <a:endParaRPr lang="en-US" sz="17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physical-harm risk</a:t>
            </a:r>
            <a:endParaRPr lang="en-US" sz="17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(danger from capability, not incompetence)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51560" y="1234440"/>
            <a:ext cx="9601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3538728"/>
            <a:ext cx="10515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 rot="16200000">
            <a:off x="-1234440" y="30632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(Harmlessness)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148840" y="5696712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Inefficient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30568" y="5696712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148840" y="6080760"/>
            <a:ext cx="91622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Efficiency  ( ↓ time, ↓ energy 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91640" y="6473952"/>
            <a:ext cx="100766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is defined given task completion (else minimizing time/energy degenerates to inaction).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2026-07-05T01:22:40Z</dcterms:created>
  <dcterms:modified xsi:type="dcterms:W3CDTF">2026-07-05T01:22:40Z</dcterms:modified>
</cp:coreProperties>
</file>