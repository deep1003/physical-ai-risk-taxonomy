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i_pipeline_funnel_kr_3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5" y="228600"/>
            <a:ext cx="10238424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